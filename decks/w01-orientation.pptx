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시작 전 확인: 노트북 전원, 브라우저 열림, 구글 계정 안내 카드 배부 완료, chatgpt.com 접속 테스트 완료. 첫 5분은 자리 정돈과 출석 확인만 한다.
여기서 2분. 정시에 시작하고, 늦게 온 학생은 뒤에서 합류시킨다.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3분. 이력을 읊지 말고 "무엇을 만드는 사람인가"만 말한다. 숫자 세 개가 뜨는 동안 말하면 딱 맞는다.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2분. 학생이 아는 것에 빗대어 말한다. 회사 이름·기술 스택은 의미 없다 — "너희가 쓰는 그거"가 통한다. 마지막 한 줄로 긴장을 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2분. 이 장이 첫 시간의 감정적 정점이다 — 천천히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5분. 실제로 손을 들게 하고 숫자를 눈으로 확인한다. "한 번도"가 많으면 다음 슬라이드(AI가 뭔지)를 천천히, "매일"이 많으면 가입 단계를 빠르게 넘기고 프로필 카드 실습을 늘린다. 정답은 없다 — 반응을 보고 이후 시간 배분을 즉석에서 조정하는 게 이 슬라이드의 목적이다.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5분. 어렵게 설명하지 않는다. "다음 말 맞히기"라는 직관 하나만 남기면 충분하다. 신경망·학습 데이터 같은 용어는 꺼내지 않는다 — 오늘은 개념보다 경험이 먼저다.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흰 칸 두 개(발표 슬라이드·작품관)가 이 과정의 두 정점. 5주차와 8주차. 여기서 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말 대신 화면. 미리 만들어 둔 완성 작품관을 실제로 띄우고 천천히 스크롤한다. 설명은 짧게 — 화면이 알아서 말한다. 여기서 3분. 첫 시간 동기의 대부분이 이 장에서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특히 첫 번째 — 조용한 교실일수록 손 드는 문턱을 낮춰 두어야 한다. "3분"이라는 숫자가 허락의 근거가 된다. 12주 내내 이 세 줄로 돌아온다. 여기서 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완성 예시(강사 프로필 카드)를 미리 만들어 화면에 띄워둔다. "12주 뒤 여러분의 작품관"과 이어서 보여주면 좋다. 여기서 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여기서부터 전원이 같이 움직인다. 한 명이라도 막히면 다음으로 안 넘어간다. 간지 1분.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학원 IP·네트워크는 이미 확인됐다 — ChatGPT 는 일반 웹사이트라 서버 접속과 달리 IP 인증이 필요 없다. 여기서 20분 — 오늘의 최대 변수. 계정 만드는 속도는 학생마다 크게 갈린다. 20분이 지났는데 못 만든 학생은 옆자리 화면 공유로 진도를 뺀다. 보호자 동의는 사전에 완료된 상태.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별도 시간 배정 없음 — 앞 슬라이드의 20분 블록 안에서 처리한다. 흔한 세 가지만 미리 알아둔다.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간지 1분.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15분. 돌아다니며 막힌 학생부터 본다. 검색이 잘 안 걸리면 "웹에서 찾아봐줘"를 덧붙이게 한다. ChatGPT 가 코드를 화면에 통째로 보여준다 — 아직 파일이 아니라는 걸 짚어준다.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5분. 메모장 저장 시 "파일 형식"을 "모든 파일"로, 확장자를 .html 로 정확히 쓰게 한다 — 흔한 실수 지점이다. 이 순간이 오늘의 첫 정점이다.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10분. 실제로 2~3번 반복시킨다. 매번 전체 코드 복사 → 메모장 붙여넣기 → 저장 → 새로고침을 그대로 겪게 한다. 이 번거로움이 다음 슬라이드의 재료다 — 강사가 미리 불편하다고 말하지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여기가 오늘의 숨은 정점이다. 학생이 먼저 이 말을 하게 만드는 게 목표다 — 강사가 설명하지 않는다. 실제로 나오면 "맞아요, 좋은 질문이에요"로 받고, 답은 주지 않는다. 다음 주(Codex)의 필요성을 학생 스스로 느끼게 하는 것이 이 장의 전부다. "에이전트"라는 말은 오늘 꺼내지 않는다. 여기서 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창을 닫았다 다시 열어 왼쪽 대화 목록에서 오늘 대화를 찾아 들어가는 걸 시연한다. 30초면 된다. 여기서 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말 대신 시연. 강사 이름으로 먼저 한다 — 유명인이 아니면 거의 100% 지어낸다. 미리 한 번 돌려서 결과를 확인해 둘 것. 여기서 5분. 앞의 프로필 카드(검색 O)와 이 장(검색 X)의 대비가 핵심이다 — "찾아보면 맞히고, 안 찾으면 지어낸다".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간지 1분.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8분. 실제로 시키고 결과를 같이 읽어본다. 오늘부터 12주 내내 반복되는 의식이라고 알려준다 — 다음 주에도, 그다음 주에도 수업 끝엔 항상 이걸 한다. 7주차에 공개할 "AI가 매주 쓰는 기록"과 같은 원리라는 건 지금 말하지 않는다(7주차 공개 장면을 위해 감춘다).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3분. 다음 주엔 새 계정 카드(서버 접속용)를 나눠준다고 예고한다. 오늘 만든 ChatGPT 계정도 계속 쓰니 아이디·비밀번호를 잊지 말라고 한 번 더 강조한다.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9E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18872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B9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1082009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처음 만나요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3566160"/>
            <a:ext cx="86560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chatgpt.com 계정을 만들고, AI에게 처음으로 뭔가를 시켜봅니다.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4480560"/>
            <a:ext cx="7574067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중등반 ⟪시간⟫ · 고등반 ⟪시간⟫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9E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⟪강사 이름⟫입니다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⟪강사 소개 한 줄⟫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2651760"/>
            <a:ext cx="3454298" cy="1920240"/>
          </a:xfrm>
          <a:prstGeom prst="roundRect">
            <a:avLst>
              <a:gd name="adj" fmla="val 3810"/>
            </a:avLst>
          </a:prstGeom>
          <a:solidFill>
            <a:srgbClr val="0A0A0C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834640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9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경력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30885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⟪N⟫년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8698" y="2651760"/>
            <a:ext cx="3454298" cy="1920240"/>
          </a:xfrm>
          <a:prstGeom prst="roundRect">
            <a:avLst>
              <a:gd name="adj" fmla="val 3810"/>
            </a:avLst>
          </a:prstGeom>
          <a:solidFill>
            <a:srgbClr val="0A0A0C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1578" y="2834640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9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만날 시간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51578" y="3246120"/>
            <a:ext cx="30885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24시간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51578" y="402336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 × 2시간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51597" y="2651760"/>
            <a:ext cx="3454298" cy="1920240"/>
          </a:xfrm>
          <a:prstGeom prst="roundRect">
            <a:avLst>
              <a:gd name="adj" fmla="val 3810"/>
            </a:avLst>
          </a:prstGeom>
          <a:solidFill>
            <a:srgbClr val="141416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4477" y="2834640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9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여러분이 만들 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34477" y="3246120"/>
            <a:ext cx="30885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9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34477" y="402336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하나씩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9E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걸 만들어 왔습니다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1261872" cy="5029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377440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⟪만든 것 1⟫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84832" y="23774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04872" y="2377440"/>
            <a:ext cx="1261872" cy="5029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04872" y="2377440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⟪만든 것 2⟫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03904" y="23774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23944" y="2377440"/>
            <a:ext cx="1261872" cy="502920"/>
          </a:xfrm>
          <a:prstGeom prst="roundRect">
            <a:avLst>
              <a:gd name="adj" fmla="val 50000"/>
            </a:avLst>
          </a:prstGeom>
          <a:solidFill>
            <a:srgbClr val="FCFDFF"/>
          </a:solidFill>
          <a:ln w="12700">
            <a:solidFill>
              <a:srgbClr val="FCF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23944" y="2377440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⟪만든 것 3⟫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22976" y="23774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383280"/>
            <a:ext cx="919708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9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⟪가벼운 에피소드 한 줄⟫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9E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수업을 하냐면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왜 이 수업을 하냐면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9197081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⟪강사가 이 수업을 하는 이유⟫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9197081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9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 뒤에 여러분은 "AI를 써봤다"가 아니라 "AI로 뭘 만들어봤다"고 말하게 됩니다. 그게 이 수업의 전부입니다.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9E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여러분은 AI를 써본 적 있나요?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454298" cy="1920240"/>
          </a:xfrm>
          <a:prstGeom prst="roundRect">
            <a:avLst>
              <a:gd name="adj" fmla="val 3810"/>
            </a:avLst>
          </a:prstGeom>
          <a:solidFill>
            <a:srgbClr val="0A0A0C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9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30885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써봤어요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368698" y="1920240"/>
            <a:ext cx="3454298" cy="1920240"/>
          </a:xfrm>
          <a:prstGeom prst="roundRect">
            <a:avLst>
              <a:gd name="adj" fmla="val 3810"/>
            </a:avLst>
          </a:prstGeom>
          <a:solidFill>
            <a:srgbClr val="0A0A0C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1578" y="2103120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9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51578" y="2514600"/>
            <a:ext cx="30885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써봤어요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51597" y="1920240"/>
            <a:ext cx="3454298" cy="1920240"/>
          </a:xfrm>
          <a:prstGeom prst="roundRect">
            <a:avLst>
              <a:gd name="adj" fmla="val 3810"/>
            </a:avLst>
          </a:prstGeom>
          <a:solidFill>
            <a:srgbClr val="141416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34477" y="2103120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9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거의 매일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34477" y="2514600"/>
            <a:ext cx="30885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9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써요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" y="4069080"/>
            <a:ext cx="919708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9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손을 들어볼까요? 오늘 속도를 여기 맞춰요.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9E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무엇을 하는 걸까요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AI는 무엇을 하는 걸까요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9197081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여러분이 쓰는 AI는, 다음에 올 말을 아주 잘 맞히는 프로그램이에요.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9197081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9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"옛날 옛적에" 다음엔 뭐가 올까요? 대부분 "한" 이 나오죠. AI도 이렇게, 수많은 글을 보고 다음 말을 맞혀요.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9E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 동안 이렇게 갑니다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1261872" cy="5029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377440"/>
            <a:ext cx="1261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프로필 카드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84832" y="23774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04872" y="2377440"/>
            <a:ext cx="1060704" cy="5029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04872" y="2377440"/>
            <a:ext cx="1060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웹페이지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02736" y="23774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22776" y="2377440"/>
            <a:ext cx="1060704" cy="5029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22776" y="2377440"/>
            <a:ext cx="1060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그림·포스터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40680" y="2377440"/>
            <a:ext cx="1161288" cy="502920"/>
          </a:xfrm>
          <a:prstGeom prst="roundRect">
            <a:avLst>
              <a:gd name="adj" fmla="val 50000"/>
            </a:avLst>
          </a:prstGeom>
          <a:solidFill>
            <a:srgbClr val="FCFDFF"/>
          </a:solidFill>
          <a:ln w="12700">
            <a:solidFill>
              <a:srgbClr val="FCF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2377440"/>
            <a:ext cx="1161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슬라이드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39128" y="23774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59168" y="2377440"/>
            <a:ext cx="1005840" cy="5029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9168" y="23774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이야기책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02168" y="23774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22208" y="2377440"/>
            <a:ext cx="1005840" cy="5029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22208" y="23774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65208" y="23774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985248" y="2377440"/>
            <a:ext cx="1161288" cy="502920"/>
          </a:xfrm>
          <a:prstGeom prst="roundRect">
            <a:avLst>
              <a:gd name="adj" fmla="val 50000"/>
            </a:avLst>
          </a:prstGeom>
          <a:solidFill>
            <a:srgbClr val="FCFDFF"/>
          </a:solidFill>
          <a:ln w="12700">
            <a:solidFill>
              <a:srgbClr val="FCFD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85248" y="2377440"/>
            <a:ext cx="1161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작품관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3383280"/>
            <a:ext cx="919708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9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만드는 프로필 카드가 이 줄의 첫 칸이에요. 매주 한 칸씩 채워요.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 뒤 여러분의 화면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12주 뒤 여러분의 화면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9197081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작품관을 띄워둔 채로 설명합니다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9197081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주소를 가족에게 보내면, 여러분이 12주 동안 만든 걸 그대로 봅니다.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9E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지내요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011680"/>
            <a:ext cx="9197081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 3분 안에 손을 들어요 — 혼자 끙끙대는 시간이 제일 아까워요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옆 친구가 막히면 알려줍니다 — 설명해보면 자기가 제일 많이 배웁니다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한 말을 그대로 믿지 않습니다 — 12주 동안 가장 중요한 습관입니다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3931920"/>
            <a:ext cx="919708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9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번째가 이 수업의 핵심입니다. 나머지 둘은 그걸 배우기 위한 준비입니다.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9E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끝나면 이게 생겨요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프로필 카드. 내가 좋아하는 것을 AI가 직접 찾아서 만들어요.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2651760"/>
            <a:ext cx="3454298" cy="1920240"/>
          </a:xfrm>
          <a:prstGeom prst="roundRect">
            <a:avLst>
              <a:gd name="adj" fmla="val 3810"/>
            </a:avLst>
          </a:prstGeom>
          <a:solidFill>
            <a:srgbClr val="0A0A0C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834640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9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만들 것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30885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카드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402336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컴퓨터에 저장돼요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8698" y="2651760"/>
            <a:ext cx="3454298" cy="1920240"/>
          </a:xfrm>
          <a:prstGeom prst="roundRect">
            <a:avLst>
              <a:gd name="adj" fmla="val 3810"/>
            </a:avLst>
          </a:prstGeom>
          <a:solidFill>
            <a:srgbClr val="0A0A0C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1578" y="2834640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9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배울 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51578" y="3246120"/>
            <a:ext cx="30885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51578" y="402336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— AI에게 시키는 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51597" y="2651760"/>
            <a:ext cx="3454298" cy="1920240"/>
          </a:xfrm>
          <a:prstGeom prst="roundRect">
            <a:avLst>
              <a:gd name="adj" fmla="val 3810"/>
            </a:avLst>
          </a:prstGeom>
          <a:solidFill>
            <a:srgbClr val="141416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4477" y="2834640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9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34477" y="3246120"/>
            <a:ext cx="30885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9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0개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34477" y="402336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 내내 안 변해요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01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45920"/>
            <a:ext cx="1219169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FF80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0" y="36576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가입하기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01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단계면 끝나요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65960"/>
          <a:ext cx="1082009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516575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79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79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79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CFD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4D4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브라우저를 연다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4D4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크롬 또는 엣지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CFD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4D4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chatgpt.com 을 친다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4D4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주소창에 직접 입력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CFD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4D4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"Google로 계속하기"를 누른다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4D4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학교 gmail 사용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CFD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4D4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이름과 생년월일을 입력한다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4D4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처음 가입할 때만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CFD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4D4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대화창이 뜬다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4D4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이게 오늘 쓸 화면입니다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5303520"/>
            <a:ext cx="919708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80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계정이 있으면 3~4단계는 건너뛰어요.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01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막히면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011680"/>
            <a:ext cx="9197081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전화번호를 묻는다 → 학생 폰 번호로 인증(선택인 경우가 많아요)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"이미 있는 계정" 이라고 뜬다 → 예전에 만든 계정을 그대로 쓰면 됩니다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영어로 뜬다 → 오른쪽 아래 설정에서 한국어로 바꿀 수 있어요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3931920"/>
            <a:ext cx="919708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80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 손을 드세요. 넘어가지 않고 같이 봅니다.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01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45920"/>
            <a:ext cx="1219169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FF80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0" y="36576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카드 만들기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01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시켜보세요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0820095" cy="1097280"/>
          </a:xfrm>
          <a:prstGeom prst="roundRect">
            <a:avLst>
              <a:gd name="adj" fmla="val 6667"/>
            </a:avLst>
          </a:prstGeom>
          <a:solidFill>
            <a:srgbClr val="0A0A0C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03120"/>
            <a:ext cx="102714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F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프로필 카드를 HTML로 만들어줘.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F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내가 좋아하는 OOO 정보를 웹에서 찾아서 넣어줘.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566160"/>
            <a:ext cx="9197081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게임, 아이돌, 유튜버, 팀, 캐릭터 — 뭐든 좋아하는 거 아무거나요.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4572000"/>
            <a:ext cx="919708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80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인터넷에서 직접 찾아와요. 내가 알려주지 않았는데도요.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01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걸 파일로 만들어요</a:t>
            </a:r>
            <a:endParaRPr lang="en-US" sz="3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65960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79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7797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CFD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4D4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코드를 전부 복사한다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CFD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4D4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메모장을 연다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CFD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4D4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붙여넣고, 이름을 me.html 로 저장한다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CFD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4D4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저장한 파일을 더블클릭한다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4800600"/>
            <a:ext cx="919708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80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짜잔! 방금 만든 카드가 화면에 떴어요.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01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마음에 안 들면 다시 시키면 돼요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011680"/>
            <a:ext cx="9197081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"색을 파란색으로 바꿔줘"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"테두리를 둥글게 해줘"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"글씨를 더 크게 해줘"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3931920"/>
            <a:ext cx="919708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80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이번엔… 코드를 통째로 다시 받아요. 복사하고, 저장하고, 다시 열어야 해요.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01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어? 이거 계속 이렇게 해야 돼요?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어? 이거 계속 이렇게 해야 돼요?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9197081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맞아요, 좀 번거롭죠.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9197081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80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번거로움을 없애는 방법이 있어요. 다음 주에 만나요.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9E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대화는 사라지지 않아요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대화는 사라지지 않아요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9197081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컴퓨터를 끄거나 창을 닫아도, 왼쪽 목록에 오늘 대화가 그대로 남아 있어요.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9197081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9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다음에 들어와도, 오늘 만든 카드 얘기를 이어서 할 수 있어요.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01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검색을 안 하면 어떨까요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0820095" cy="1051560"/>
          </a:xfrm>
          <a:prstGeom prst="roundRect">
            <a:avLst>
              <a:gd name="adj" fmla="val 6957"/>
            </a:avLst>
          </a:prstGeom>
          <a:solidFill>
            <a:srgbClr val="0A0A0C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03120"/>
            <a:ext cx="102714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F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⟪강사 이름⟫이 누구야?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566160"/>
            <a:ext cx="9197081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배운 것 중 이게 제일 중요해요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한 말은 확인하고 써요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4572000"/>
            <a:ext cx="919708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80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방금은 찾아봐서 맞혔죠. 이번엔 그냥 물어볼게요 — 모른다고 하지 않고, 그럴듯하게 지어내요.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1FF9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45920"/>
            <a:ext cx="1219169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11F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0" y="36576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오늘을 남기기</a:t>
            </a:r>
            <a:endParaRPr lang="en-US"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1FF99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68680"/>
            <a:ext cx="1082009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마지막으로 이렇게 시켜요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0820095" cy="1097280"/>
          </a:xfrm>
          <a:prstGeom prst="roundRect">
            <a:avLst>
              <a:gd name="adj" fmla="val 6667"/>
            </a:avLst>
          </a:prstGeom>
          <a:solidFill>
            <a:srgbClr val="0A0A0C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03120"/>
            <a:ext cx="102714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F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오늘 내가 뭘 만들었는지,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F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다음에 이어서 할 수 있게 정리해줘.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566160"/>
            <a:ext cx="919708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F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이걸 매주 마지막에 해요. 12주 뒤엔 나만의 기록이 쌓여 있을 거예요.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9E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737360"/>
            <a:ext cx="1082009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CF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주에는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3566160"/>
            <a:ext cx="86560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4D4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느낀 그 번거로움을 없애는 도구를 만나요. Codex 라는 이름이에요.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4480560"/>
            <a:ext cx="7574067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숙제 없음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 없음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주에 그냥 오면 돼요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1주차 — AI를 처음 만나요</dc:title>
  <dc:subject>PptxGenJS Presentation</dc:subject>
  <dc:creator>AITF</dc:creator>
  <cp:lastModifiedBy>AITF</cp:lastModifiedBy>
  <cp:revision>1</cp:revision>
  <dcterms:created xsi:type="dcterms:W3CDTF">2026-08-28T16:34:10Z</dcterms:created>
  <dcterms:modified xsi:type="dcterms:W3CDTF">2026-08-28T16:34:10Z</dcterms:modified>
</cp:coreProperties>
</file>